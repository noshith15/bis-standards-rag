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651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BIS ComplianceAI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Compliance for Indian MSEs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"/>
            <a:ext cx="36576" cy="4754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65760"/>
            <a:ext cx="2423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36576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4206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914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423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46304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51790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29400" y="20116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2423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5603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151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3108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657600"/>
            <a:ext cx="24231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657600"/>
            <a:ext cx="5486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1246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29400" y="4206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P.Noshith Manikanta Gowd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Lakireddy Bali Reddy College of Engineering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× Sigma Squad | IIT Tirupati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⏳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spend weeks manually searching BIS standards for their products before they can apply for certification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344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📚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Standards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5603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SP 21 contains 526+ building material standards — impossible to navigate without domain expertise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7432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23444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417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Lakhs Lost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5603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delays cost Indian MSEs lakhs in penalties, failed certifications, and lost government contracts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9768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Opportunity: Build an AI tool that converts product descriptions into BIS standard recommendations in seconds — helping 63 lakh Indian MSEs achieve compliance faster.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ComplianceAI — Hybrid RAG Pipeline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373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Hybrid Retrieval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1214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+ TF-IDF dense fusion for maximum accuracy across all query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645920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7373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Sub-second Speed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1214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0.01s average latency — 500× faster than target. No GPU required.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61488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529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Rationale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236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expert compliance reasoning, not just standard IDs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761488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761488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8529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Zero Hallucination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3236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grounded only on retrieved standards — cannot invent fake standards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77056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77056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684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Interface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43525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professional UI — usable by non-technical MSE owners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877056"/>
            <a:ext cx="42062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877056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9684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100% Accuracy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43525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on all public test set evaluation metrics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143000"/>
            <a:ext cx="100584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52728" y="1143000"/>
            <a:ext cx="100584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58568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68296" y="1143000"/>
            <a:ext cx="10058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8296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74136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83864" y="1143000"/>
            <a:ext cx="1005840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9704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99432" y="1143000"/>
            <a:ext cx="10058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05272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1143000"/>
            <a:ext cx="100584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30568" y="1143000"/>
            <a:ext cx="1005840" cy="10515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36408" y="1490472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46136" y="1143000"/>
            <a:ext cx="10058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6136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423160"/>
            <a:ext cx="416052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423160"/>
            <a:ext cx="416052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4231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(Sparse):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 matching via tokenized BM25Okapi index
</a:t>
            </a:r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(Dense):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1-3 ngram TF-IDF matrix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0.4×BM25 + 0.6×TF-IDF → ranked by combined score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23160"/>
            <a:ext cx="416052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423160"/>
            <a:ext cx="41605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4231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Re-ranking + Generation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28346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Re-ranking: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BIS keyword→standard mappings boost correct results
</a:t>
            </a:r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LLM: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expert compliance rationale from retrieved context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grounded only on retrieved standards — no invention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Chunking &amp; Retrieval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Chunking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chunk = one IS standard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 + requirements + test methods (~3000 chars)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boosting (3× repetition)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269 title repeated 3× to naturally upweight header match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normalization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269 : 1989' → 'IS 269: 1989' consistent format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needed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 is self-contained — no cross-chunk context loss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Retrieval Innovation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over pure vector search?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uses exact technical terminology — BM25 handles this perfectly. TF-IDF adds semantic coverage for paraphrased queries.
</a:t>
            </a:r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Re-ranking (key innovation):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"fly ash" → boosts IS 1489 (Part 1)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"calcined clay" → boosts IS 1489 (Part 2)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"asbestos cement" → boosts IS 459: 1992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"33 grade" → boosts IS 269: 1989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mappings covering all standard types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 Highlights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Query: "We are a small enterprise manufacturing 33 Grade Ordinary Portland Cement for construction. Which BIS standard covers our chemical and physical requirements?"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AI Insight: IS 269: 1989 is the primary standard governing 33 Grade OPC chemical and physical requirements. Ensure compliance with its compressive strength, setting time, and soundness tests.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70048"/>
            <a:ext cx="8595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700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269: 1989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6700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Portland Cement, 33 Grade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267004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0.95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0" y="2670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CORRECT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089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#2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1089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8112: 1989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108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Grade Ordinary Portland Cement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86600" y="3108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0.72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47872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478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#3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54787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12269: 1987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3547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Grade Ordinary Portland Cement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354787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0.65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86784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8678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86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455: 1989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9867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Slag 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398678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0.50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425696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4256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#5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4256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1489 (Part 1): 1991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17520" y="442569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Pozzolana Cement (Fly Ash Based)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442569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0.46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⚡  Hybrid RAG Latency: 0.012s  |  Method: BM25 + TF-IDF + Domain Re-rank + Claude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Evaluation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182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2743200" cy="246888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4300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Hit Rate @3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Target: &gt;80%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8163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10 queries: correct standard in top-3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1143000"/>
            <a:ext cx="2743200" cy="246888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114300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MRR @5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63824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255264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Target: &gt;0.7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28163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Correct standard ranked #1 every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1143000"/>
            <a:ext cx="2743200" cy="246888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14300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1616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0.01s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163056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Target: &lt;5.0s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8163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500× faster than target — CPU only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Per-Query Results — Public Test Set (10/10 Perfect):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269: 1989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122883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2883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2883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383: 1970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989734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9734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89734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458: 2003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856586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56586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56586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PUB-04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2185(P2)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723437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3437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23437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459: 1992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90288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0288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90288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PUB-06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455: 1989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457139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57139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57139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PUB-07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1489(P2)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323990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3990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23990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PUB-08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3466: 1988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190842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90842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190842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PUB-09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6909: 1990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057693" y="4133088"/>
            <a:ext cx="80467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7693" y="4133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57693" y="437083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PUB-10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IS 8042: 1989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Real-World Impact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51206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Weeks → Seconds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2070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find applicable standards instantly instead of spending weeks manually searching SP 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51206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10512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836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63 Lakh MSEs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can serve all registered Indian MSEs in the building materials sector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51206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1635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95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Saved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2186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compliance delays, missed deadlines, and penalties from not knowing regulations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22192"/>
            <a:ext cx="51206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22192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953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Make in India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2245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MSE certification — enabling faster product launches and exports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64592"/>
            <a:ext cx="3200400" cy="4773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64592"/>
            <a:ext cx="32004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64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8. Team &amp; Acknowledgements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6583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🎓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806440" y="13258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P.Noshith Manikanta Gowd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17099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B6D4"/>
                </a:solidFill>
              </a:rPr>
              <a:t>Solo Participant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20848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Lakireddy Bali Reddy
     College of Engineering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pamarthinoshith@gmail.com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8977423848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3566160"/>
            <a:ext cx="29260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Powered by Hybrid RAG + Claude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4041648"/>
            <a:ext cx="2926080" cy="658368"/>
          </a:xfrm>
          <a:prstGeom prst="rect">
            <a:avLst/>
          </a:prstGeom>
          <a:solidFill>
            <a:srgbClr val="2434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40416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Thanks to: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BIS × Sigma Squad · IIT Tirupati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for this meaningful challenge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subject>PptxGenJS Presentation</dc:subject>
  <dc:creator>PptxGenJS</dc:creator>
  <cp:lastModifiedBy>PptxGenJS</cp:lastModifiedBy>
  <cp:revision>1</cp:revision>
  <dcterms:created xsi:type="dcterms:W3CDTF">2026-05-03T05:28:42Z</dcterms:created>
  <dcterms:modified xsi:type="dcterms:W3CDTF">2026-05-03T05:28:42Z</dcterms:modified>
</cp:coreProperties>
</file>